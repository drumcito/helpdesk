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2" r:id="rId4"/>
    <p:sldId id="273" r:id="rId5"/>
    <p:sldId id="274" r:id="rId6"/>
    <p:sldId id="275" r:id="rId7"/>
    <p:sldId id="276" r:id="rId8"/>
    <p:sldId id="277" r:id="rId9"/>
    <p:sldId id="281" r:id="rId10"/>
    <p:sldId id="282" r:id="rId1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C7723E-9667-42D6-8C20-572D58995E2C}" v="1" dt="2025-12-26T16:47:22.9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on Alberto Suarez Contreras" userId="7f1b0f1d-3148-441c-8190-9d5a8aefb711" providerId="ADAL" clId="{17C7717B-897B-45CE-9A5A-F49E63A50166}"/>
    <pc:docChg chg="undo custSel addSld delSld modSld">
      <pc:chgData name="Brandon Alberto Suarez Contreras" userId="7f1b0f1d-3148-441c-8190-9d5a8aefb711" providerId="ADAL" clId="{17C7717B-897B-45CE-9A5A-F49E63A50166}" dt="2025-12-26T17:11:47.253" v="224" actId="47"/>
      <pc:docMkLst>
        <pc:docMk/>
      </pc:docMkLst>
      <pc:sldChg chg="addSp delSp modSp mod setBg">
        <pc:chgData name="Brandon Alberto Suarez Contreras" userId="7f1b0f1d-3148-441c-8190-9d5a8aefb711" providerId="ADAL" clId="{17C7717B-897B-45CE-9A5A-F49E63A50166}" dt="2025-12-26T16:35:39.199" v="192" actId="207"/>
        <pc:sldMkLst>
          <pc:docMk/>
          <pc:sldMk cId="1437935759" sldId="256"/>
        </pc:sldMkLst>
        <pc:spChg chg="mod">
          <ac:chgData name="Brandon Alberto Suarez Contreras" userId="7f1b0f1d-3148-441c-8190-9d5a8aefb711" providerId="ADAL" clId="{17C7717B-897B-45CE-9A5A-F49E63A50166}" dt="2025-12-26T16:35:18.951" v="187" actId="2711"/>
          <ac:spMkLst>
            <pc:docMk/>
            <pc:sldMk cId="1437935759" sldId="256"/>
            <ac:spMk id="2" creationId="{C4001705-E82B-87E5-F754-C624F69A83C1}"/>
          </ac:spMkLst>
        </pc:spChg>
        <pc:spChg chg="mod">
          <ac:chgData name="Brandon Alberto Suarez Contreras" userId="7f1b0f1d-3148-441c-8190-9d5a8aefb711" providerId="ADAL" clId="{17C7717B-897B-45CE-9A5A-F49E63A50166}" dt="2025-12-26T16:35:15.495" v="186" actId="27636"/>
          <ac:spMkLst>
            <pc:docMk/>
            <pc:sldMk cId="1437935759" sldId="256"/>
            <ac:spMk id="3" creationId="{866BF444-2FB3-DA7D-F442-B5E034315D0D}"/>
          </ac:spMkLst>
        </pc:spChg>
        <pc:spChg chg="mod">
          <ac:chgData name="Brandon Alberto Suarez Contreras" userId="7f1b0f1d-3148-441c-8190-9d5a8aefb711" providerId="ADAL" clId="{17C7717B-897B-45CE-9A5A-F49E63A50166}" dt="2025-12-26T16:35:39.199" v="192" actId="207"/>
          <ac:spMkLst>
            <pc:docMk/>
            <pc:sldMk cId="1437935759" sldId="256"/>
            <ac:spMk id="4" creationId="{EA6E8F9F-FA08-6C06-2C11-235AF10EC72A}"/>
          </ac:spMkLst>
        </pc:spChg>
        <pc:spChg chg="add del">
          <ac:chgData name="Brandon Alberto Suarez Contreras" userId="7f1b0f1d-3148-441c-8190-9d5a8aefb711" providerId="ADAL" clId="{17C7717B-897B-45CE-9A5A-F49E63A50166}" dt="2025-12-26T15:26:01.711" v="137" actId="26606"/>
          <ac:spMkLst>
            <pc:docMk/>
            <pc:sldMk cId="1437935759" sldId="256"/>
            <ac:spMk id="9" creationId="{E35A04CF-97D4-4FF7-B359-C546B1F62E54}"/>
          </ac:spMkLst>
        </pc:spChg>
        <pc:spChg chg="add del">
          <ac:chgData name="Brandon Alberto Suarez Contreras" userId="7f1b0f1d-3148-441c-8190-9d5a8aefb711" providerId="ADAL" clId="{17C7717B-897B-45CE-9A5A-F49E63A50166}" dt="2025-12-26T15:26:01.711" v="137" actId="26606"/>
          <ac:spMkLst>
            <pc:docMk/>
            <pc:sldMk cId="1437935759" sldId="256"/>
            <ac:spMk id="11" creationId="{1DE7243B-5109-444B-8FAF-7437C66BC0E9}"/>
          </ac:spMkLst>
        </pc:spChg>
        <pc:spChg chg="add del">
          <ac:chgData name="Brandon Alberto Suarez Contreras" userId="7f1b0f1d-3148-441c-8190-9d5a8aefb711" providerId="ADAL" clId="{17C7717B-897B-45CE-9A5A-F49E63A50166}" dt="2025-12-26T15:26:01.711" v="137" actId="26606"/>
          <ac:spMkLst>
            <pc:docMk/>
            <pc:sldMk cId="1437935759" sldId="256"/>
            <ac:spMk id="13" creationId="{4C5D6221-DA7B-4611-AA26-7D8E349FDE96}"/>
          </ac:spMkLst>
        </pc:spChg>
      </pc:sldChg>
      <pc:sldChg chg="modSp mod">
        <pc:chgData name="Brandon Alberto Suarez Contreras" userId="7f1b0f1d-3148-441c-8190-9d5a8aefb711" providerId="ADAL" clId="{17C7717B-897B-45CE-9A5A-F49E63A50166}" dt="2025-12-26T16:47:22.961" v="215" actId="1076"/>
        <pc:sldMkLst>
          <pc:docMk/>
          <pc:sldMk cId="3032816892" sldId="258"/>
        </pc:sldMkLst>
        <pc:spChg chg="mod">
          <ac:chgData name="Brandon Alberto Suarez Contreras" userId="7f1b0f1d-3148-441c-8190-9d5a8aefb711" providerId="ADAL" clId="{17C7717B-897B-45CE-9A5A-F49E63A50166}" dt="2025-12-26T16:45:42.689" v="193" actId="1076"/>
          <ac:spMkLst>
            <pc:docMk/>
            <pc:sldMk cId="3032816892" sldId="258"/>
            <ac:spMk id="2" creationId="{4B2D99B7-E723-F213-B0D3-2E152A900EE5}"/>
          </ac:spMkLst>
        </pc:spChg>
        <pc:spChg chg="mod">
          <ac:chgData name="Brandon Alberto Suarez Contreras" userId="7f1b0f1d-3148-441c-8190-9d5a8aefb711" providerId="ADAL" clId="{17C7717B-897B-45CE-9A5A-F49E63A50166}" dt="2025-12-26T16:47:22.961" v="215" actId="1076"/>
          <ac:spMkLst>
            <pc:docMk/>
            <pc:sldMk cId="3032816892" sldId="258"/>
            <ac:spMk id="4" creationId="{48623309-8138-37CA-AC28-EC66C4DF12AA}"/>
          </ac:spMkLst>
        </pc:spChg>
      </pc:sldChg>
      <pc:sldChg chg="del">
        <pc:chgData name="Brandon Alberto Suarez Contreras" userId="7f1b0f1d-3148-441c-8190-9d5a8aefb711" providerId="ADAL" clId="{17C7717B-897B-45CE-9A5A-F49E63A50166}" dt="2025-12-26T16:47:26.109" v="216" actId="47"/>
        <pc:sldMkLst>
          <pc:docMk/>
          <pc:sldMk cId="2418756451" sldId="262"/>
        </pc:sldMkLst>
      </pc:sldChg>
      <pc:sldChg chg="del">
        <pc:chgData name="Brandon Alberto Suarez Contreras" userId="7f1b0f1d-3148-441c-8190-9d5a8aefb711" providerId="ADAL" clId="{17C7717B-897B-45CE-9A5A-F49E63A50166}" dt="2025-12-26T16:47:27.163" v="217" actId="47"/>
        <pc:sldMkLst>
          <pc:docMk/>
          <pc:sldMk cId="2514018325" sldId="263"/>
        </pc:sldMkLst>
      </pc:sldChg>
      <pc:sldChg chg="del">
        <pc:chgData name="Brandon Alberto Suarez Contreras" userId="7f1b0f1d-3148-441c-8190-9d5a8aefb711" providerId="ADAL" clId="{17C7717B-897B-45CE-9A5A-F49E63A50166}" dt="2025-12-26T16:47:27.570" v="218" actId="47"/>
        <pc:sldMkLst>
          <pc:docMk/>
          <pc:sldMk cId="2207307283" sldId="265"/>
        </pc:sldMkLst>
      </pc:sldChg>
      <pc:sldChg chg="del">
        <pc:chgData name="Brandon Alberto Suarez Contreras" userId="7f1b0f1d-3148-441c-8190-9d5a8aefb711" providerId="ADAL" clId="{17C7717B-897B-45CE-9A5A-F49E63A50166}" dt="2025-12-26T16:47:29.191" v="219" actId="47"/>
        <pc:sldMkLst>
          <pc:docMk/>
          <pc:sldMk cId="2299913290" sldId="266"/>
        </pc:sldMkLst>
      </pc:sldChg>
      <pc:sldChg chg="del">
        <pc:chgData name="Brandon Alberto Suarez Contreras" userId="7f1b0f1d-3148-441c-8190-9d5a8aefb711" providerId="ADAL" clId="{17C7717B-897B-45CE-9A5A-F49E63A50166}" dt="2025-12-26T16:47:29.825" v="220" actId="47"/>
        <pc:sldMkLst>
          <pc:docMk/>
          <pc:sldMk cId="2482199771" sldId="267"/>
        </pc:sldMkLst>
      </pc:sldChg>
      <pc:sldChg chg="del">
        <pc:chgData name="Brandon Alberto Suarez Contreras" userId="7f1b0f1d-3148-441c-8190-9d5a8aefb711" providerId="ADAL" clId="{17C7717B-897B-45CE-9A5A-F49E63A50166}" dt="2025-12-26T16:47:30.753" v="221" actId="47"/>
        <pc:sldMkLst>
          <pc:docMk/>
          <pc:sldMk cId="1204115974" sldId="268"/>
        </pc:sldMkLst>
      </pc:sldChg>
      <pc:sldChg chg="del">
        <pc:chgData name="Brandon Alberto Suarez Contreras" userId="7f1b0f1d-3148-441c-8190-9d5a8aefb711" providerId="ADAL" clId="{17C7717B-897B-45CE-9A5A-F49E63A50166}" dt="2025-12-26T17:11:44.330" v="222" actId="47"/>
        <pc:sldMkLst>
          <pc:docMk/>
          <pc:sldMk cId="3495256144" sldId="278"/>
        </pc:sldMkLst>
      </pc:sldChg>
      <pc:sldChg chg="del">
        <pc:chgData name="Brandon Alberto Suarez Contreras" userId="7f1b0f1d-3148-441c-8190-9d5a8aefb711" providerId="ADAL" clId="{17C7717B-897B-45CE-9A5A-F49E63A50166}" dt="2025-12-26T17:11:45.628" v="223" actId="47"/>
        <pc:sldMkLst>
          <pc:docMk/>
          <pc:sldMk cId="2084286694" sldId="279"/>
        </pc:sldMkLst>
      </pc:sldChg>
      <pc:sldChg chg="del">
        <pc:chgData name="Brandon Alberto Suarez Contreras" userId="7f1b0f1d-3148-441c-8190-9d5a8aefb711" providerId="ADAL" clId="{17C7717B-897B-45CE-9A5A-F49E63A50166}" dt="2025-12-26T17:11:47.253" v="224" actId="47"/>
        <pc:sldMkLst>
          <pc:docMk/>
          <pc:sldMk cId="759110300" sldId="280"/>
        </pc:sldMkLst>
      </pc:sldChg>
      <pc:sldChg chg="modSp add mod">
        <pc:chgData name="Brandon Alberto Suarez Contreras" userId="7f1b0f1d-3148-441c-8190-9d5a8aefb711" providerId="ADAL" clId="{17C7717B-897B-45CE-9A5A-F49E63A50166}" dt="2025-12-11T16:14:16.289" v="129"/>
        <pc:sldMkLst>
          <pc:docMk/>
          <pc:sldMk cId="1002375031" sldId="281"/>
        </pc:sldMkLst>
        <pc:spChg chg="mod">
          <ac:chgData name="Brandon Alberto Suarez Contreras" userId="7f1b0f1d-3148-441c-8190-9d5a8aefb711" providerId="ADAL" clId="{17C7717B-897B-45CE-9A5A-F49E63A50166}" dt="2025-12-11T16:11:09.022" v="126" actId="113"/>
          <ac:spMkLst>
            <pc:docMk/>
            <pc:sldMk cId="1002375031" sldId="281"/>
            <ac:spMk id="2" creationId="{39C32944-1B62-DF23-FAEF-F8D832DE22F9}"/>
          </ac:spMkLst>
        </pc:spChg>
        <pc:spChg chg="mod">
          <ac:chgData name="Brandon Alberto Suarez Contreras" userId="7f1b0f1d-3148-441c-8190-9d5a8aefb711" providerId="ADAL" clId="{17C7717B-897B-45CE-9A5A-F49E63A50166}" dt="2025-12-11T16:14:16.289" v="129"/>
          <ac:spMkLst>
            <pc:docMk/>
            <pc:sldMk cId="1002375031" sldId="281"/>
            <ac:spMk id="3" creationId="{F4D6665F-7395-A1CC-187C-7F0AD5226004}"/>
          </ac:spMkLst>
        </pc:spChg>
      </pc:sldChg>
      <pc:sldChg chg="addSp delSp modSp new mod">
        <pc:chgData name="Brandon Alberto Suarez Contreras" userId="7f1b0f1d-3148-441c-8190-9d5a8aefb711" providerId="ADAL" clId="{17C7717B-897B-45CE-9A5A-F49E63A50166}" dt="2025-12-11T17:39:10.237" v="135" actId="1076"/>
        <pc:sldMkLst>
          <pc:docMk/>
          <pc:sldMk cId="3134201730" sldId="282"/>
        </pc:sldMkLst>
        <pc:picChg chg="add mod">
          <ac:chgData name="Brandon Alberto Suarez Contreras" userId="7f1b0f1d-3148-441c-8190-9d5a8aefb711" providerId="ADAL" clId="{17C7717B-897B-45CE-9A5A-F49E63A50166}" dt="2025-12-11T17:39:10.237" v="135" actId="1076"/>
          <ac:picMkLst>
            <pc:docMk/>
            <pc:sldMk cId="3134201730" sldId="282"/>
            <ac:picMk id="5" creationId="{FBB3F160-EAD1-40F0-3BC5-A163CB3A272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D9D35-170C-3302-A1F4-6EB7F4B5E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BFA30D-F1F4-074F-3638-2D7EB82BD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2D7A62-7909-D3A7-5F24-45A93C61E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F8AA-D31A-4C65-82B4-5FACB39FB15B}" type="datetimeFigureOut">
              <a:rPr lang="es-MX" smtClean="0"/>
              <a:t>26/12/2025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3DCA8B-A0EF-1589-D71B-B36210647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E89ECC-0C05-F9A3-A586-096107B71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7A3E-74A5-40A2-8FCD-2AC6FD49E0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285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49E78-48A1-1676-EF64-472229082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C4E20F-4FCE-9B2C-4326-60225F356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FC379F-77E9-733F-D4BB-928777CF7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F8AA-D31A-4C65-82B4-5FACB39FB15B}" type="datetimeFigureOut">
              <a:rPr lang="es-MX" smtClean="0"/>
              <a:t>26/12/2025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BDFF0D-7C60-39AE-0334-A22B4CC82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D0C552-4CF5-F0E6-0BAB-58509D806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7A3E-74A5-40A2-8FCD-2AC6FD49E0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85322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26A0D-4A61-CF3D-2428-4B01C126E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E40588-C6BD-7A3D-A971-49025B701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673E3A-F6F4-125B-141D-40D8E4981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F8AA-D31A-4C65-82B4-5FACB39FB15B}" type="datetimeFigureOut">
              <a:rPr lang="es-MX" smtClean="0"/>
              <a:t>26/12/2025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3ACBEC-D7DB-041D-50EE-342F98334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2A0427-3234-3878-A1C9-0DB6D7EE5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7A3E-74A5-40A2-8FCD-2AC6FD49E0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8262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6B151-2BA3-8FF9-BF00-3C51B14A6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908D0B-645C-AB59-04A1-12F56CE2E6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0FACFC-9820-0204-5FC6-94916EE29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70334A-EBCC-F837-89CF-70C41B102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F8AA-D31A-4C65-82B4-5FACB39FB15B}" type="datetimeFigureOut">
              <a:rPr lang="es-MX" smtClean="0"/>
              <a:t>26/12/2025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34F99F-CC66-8C21-7879-FD1F82309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4D057E-2869-535F-F733-A3C6AF8BF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7A3E-74A5-40A2-8FCD-2AC6FD49E0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9677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BB36D-0810-16E2-8336-CE7068862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E24EE4-C40C-65F9-D171-EF16E9BDC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826897-D797-C094-E383-9DC8F2FF5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9921E1C-104C-181F-C358-B2C7F7EB14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BE491D7-37E4-509F-3530-E22DCF62E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6251508-0590-F265-0F4C-4A4799662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F8AA-D31A-4C65-82B4-5FACB39FB15B}" type="datetimeFigureOut">
              <a:rPr lang="es-MX" smtClean="0"/>
              <a:t>26/12/2025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BAFAB7D-9072-0802-BE68-8B2265A0D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D70CCB2-12CF-D550-2D6D-84D5D1722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7A3E-74A5-40A2-8FCD-2AC6FD49E0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8613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655A45-5201-5C07-0792-4B326606B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48D114F-1402-13FD-06EB-D563139C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F8AA-D31A-4C65-82B4-5FACB39FB15B}" type="datetimeFigureOut">
              <a:rPr lang="es-MX" smtClean="0"/>
              <a:t>26/12/2025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785C6A0-07A7-F7DC-8383-C8CC621CB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482E78-191D-7F88-F379-6B2EA90EE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7A3E-74A5-40A2-8FCD-2AC6FD49E0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484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A614507-6959-2826-5407-F28B20388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F8AA-D31A-4C65-82B4-5FACB39FB15B}" type="datetimeFigureOut">
              <a:rPr lang="es-MX" smtClean="0"/>
              <a:t>26/12/2025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247D4EB-9B8E-AB1F-5382-F51FAB1E1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8AAF81-9E0F-2A4A-0541-C4D99A835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7A3E-74A5-40A2-8FCD-2AC6FD49E0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019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83E84-D7BC-8F75-0C41-12B2E2C80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50E4C7-B26E-74D0-7776-D6C21B60A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6294BD4-C3E5-3EAC-812F-A9221FDB4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A0DF7B-52A2-87B4-B826-07334ED3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F8AA-D31A-4C65-82B4-5FACB39FB15B}" type="datetimeFigureOut">
              <a:rPr lang="es-MX" smtClean="0"/>
              <a:t>26/12/2025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CEFF2BD-9DCC-A29B-3133-960FFC30A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7E922D-5182-8AB8-2B06-431CC00D4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7A3E-74A5-40A2-8FCD-2AC6FD49E0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0569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553BD-B45C-45DA-28FD-2CA832E07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876EF95-B4B8-CA33-94BF-4F129B78BB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DB4D048-F790-D2EE-9154-7502ABE7A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172CAB-786C-B9CB-001C-39AA0DDAB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F8AA-D31A-4C65-82B4-5FACB39FB15B}" type="datetimeFigureOut">
              <a:rPr lang="es-MX" smtClean="0"/>
              <a:t>26/12/2025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EBB338-8DDC-C7DF-E496-ECA969E4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D46D66-D0CC-6637-CF32-74CCE1695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7A3E-74A5-40A2-8FCD-2AC6FD49E0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5496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E2D4D7-EA21-882A-DFD8-2EA62DEA8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D301E7-0927-B60B-93A7-B62B2CA84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21D200-2C97-F71D-F071-46D23DAA0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F8AA-D31A-4C65-82B4-5FACB39FB15B}" type="datetimeFigureOut">
              <a:rPr lang="es-MX" smtClean="0"/>
              <a:t>26/12/2025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9A5B48-5645-B9E5-16BE-F73F0D24F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63C4CD-B4A6-BA7E-83B7-E0629308D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7A3E-74A5-40A2-8FCD-2AC6FD49E0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568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228AA9B-7272-488F-C49E-B92FE95AC4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B5A972A-2092-C26E-BEDD-19FC1C9C3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F2A3B3-56D4-BB5C-EC53-DEE8C4236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F8AA-D31A-4C65-82B4-5FACB39FB15B}" type="datetimeFigureOut">
              <a:rPr lang="es-MX" smtClean="0"/>
              <a:t>26/12/2025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D92AD4-978C-90EB-26D4-8FE7DB35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7C9C96-59E3-225C-7AE4-EAA50578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47A3E-74A5-40A2-8FCD-2AC6FD49E0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8361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D0C0863-417D-E8A7-7D60-5FC5D264F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7A9119-9A5B-4AF7-B23F-A3ADE6AE3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781E20-8136-B960-E5DA-1023877011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C6F8AA-D31A-4C65-82B4-5FACB39FB15B}" type="datetimeFigureOut">
              <a:rPr lang="es-MX" smtClean="0"/>
              <a:t>26/12/2025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51B584-FF9A-1423-3855-F7F5F8439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4BF785-F763-BF1E-A703-43E53EDCF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747A3E-74A5-40A2-8FCD-2AC6FD49E0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2080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01705-E82B-87E5-F754-C624F69A8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ES" sz="9600" b="1" dirty="0">
                <a:cs typeface="Arial" panose="020B0604020202020204" pitchFamily="34" charset="0"/>
              </a:rPr>
              <a:t>PROPUESTAS DE PROYECTOS</a:t>
            </a:r>
            <a:endParaRPr lang="es-MX" sz="8000" b="1" dirty="0"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6BF444-2FB3-DA7D-F442-B5E034315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22800"/>
            <a:ext cx="9144000" cy="571756"/>
          </a:xfrm>
        </p:spPr>
        <p:txBody>
          <a:bodyPr>
            <a:normAutofit/>
          </a:bodyPr>
          <a:lstStyle/>
          <a:p>
            <a:r>
              <a:rPr lang="es-ES" dirty="0">
                <a:latin typeface="+mj-lt"/>
                <a:cs typeface="Arial" panose="020B0604020202020204" pitchFamily="34" charset="0"/>
              </a:rPr>
              <a:t>POR PARTE DEL </a:t>
            </a:r>
            <a:r>
              <a:rPr lang="es-MX" dirty="0">
                <a:latin typeface="+mj-lt"/>
                <a:cs typeface="Arial" panose="020B0604020202020204" pitchFamily="34" charset="0"/>
              </a:rPr>
              <a:t>ÁREA DE TI PARA EQUILIBRIO FARMACÉUTICO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EA6E8F9F-FA08-6C06-2C11-235AF10EC72A}"/>
              </a:ext>
            </a:extLst>
          </p:cNvPr>
          <p:cNvSpPr txBox="1">
            <a:spLocks/>
          </p:cNvSpPr>
          <p:nvPr/>
        </p:nvSpPr>
        <p:spPr>
          <a:xfrm>
            <a:off x="1524000" y="5003569"/>
            <a:ext cx="9144000" cy="571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OPTIMIZACIÓN Y TRANSFORMACIÓN DIGITAL</a:t>
            </a:r>
            <a:endParaRPr lang="es-MX" sz="16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37935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2D99B7-E723-F213-B0D3-2E152A900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980870"/>
            <a:ext cx="10515600" cy="1325563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PROYECTOS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623309-8138-37CA-AC28-EC66C4DF12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7400" y="2505670"/>
            <a:ext cx="542764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Proyecto 1: </a:t>
            </a: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HelpDesk</a:t>
            </a:r>
            <a:endParaRPr kumimoji="0" lang="es-MX" altLang="es-MX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Proyecto 2: </a:t>
            </a:r>
            <a:r>
              <a:rPr lang="es-MX" altLang="es-MX" sz="1800" b="1" dirty="0" err="1">
                <a:latin typeface="Arial" panose="020B0604020202020204" pitchFamily="34" charset="0"/>
              </a:rPr>
              <a:t>Wi</a:t>
            </a:r>
            <a:r>
              <a:rPr lang="es-MX" altLang="es-MX" sz="1800" b="1" dirty="0">
                <a:latin typeface="Arial" panose="020B0604020202020204" pitchFamily="34" charset="0"/>
              </a:rPr>
              <a:t>-Fi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visitas con Portal Cautivo</a:t>
            </a:r>
            <a:endParaRPr kumimoji="0" lang="es-MX" altLang="es-MX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816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439D4-99EB-6956-E778-54832C39E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637A9-B546-B341-D969-B7E3C1C1C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1325563"/>
          </a:xfrm>
        </p:spPr>
        <p:txBody>
          <a:bodyPr/>
          <a:lstStyle/>
          <a:p>
            <a:r>
              <a:rPr lang="es-MX" b="1" dirty="0"/>
              <a:t>HELP DESK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1D415E-D5D2-939B-66C6-208F88ED8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8735"/>
            <a:ext cx="10515600" cy="375822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s-ES" sz="2400" dirty="0"/>
              <a:t>Este proyecto busca centralizar y agilizar el soporte técnico de Equilibrio Farmacéutico mediante una aplicación web con panel analítico en </a:t>
            </a:r>
            <a:r>
              <a:rPr lang="es-ES" sz="2400" dirty="0" err="1"/>
              <a:t>Power</a:t>
            </a:r>
            <a:r>
              <a:rPr lang="es-ES" sz="2400" dirty="0"/>
              <a:t> BI para ver </a:t>
            </a:r>
            <a:r>
              <a:rPr lang="es-ES" sz="2400" dirty="0" err="1"/>
              <a:t>KPI’s</a:t>
            </a:r>
            <a:r>
              <a:rPr lang="es-ES" sz="2400" dirty="0"/>
              <a:t>.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Trazabilidad </a:t>
            </a:r>
            <a:r>
              <a:rPr lang="es-ES" sz="2400" dirty="0" err="1"/>
              <a:t>end-to-end</a:t>
            </a:r>
            <a:r>
              <a:rPr lang="es-ES" sz="2400" dirty="0"/>
              <a:t> del soporte.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Reducción de tiempos de atención (MTTA/MTTR).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Visibilidad ejecutiva con indicadores en tiempo real.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Estandarización del proceso (ITIL-lite).</a:t>
            </a:r>
          </a:p>
          <a:p>
            <a:pPr algn="just"/>
            <a:endParaRPr lang="es-ES" sz="2400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73BCAD4-1949-9A64-8B0E-DE9058812A65}"/>
              </a:ext>
            </a:extLst>
          </p:cNvPr>
          <p:cNvSpPr txBox="1">
            <a:spLocks/>
          </p:cNvSpPr>
          <p:nvPr/>
        </p:nvSpPr>
        <p:spPr>
          <a:xfrm>
            <a:off x="838200" y="1588961"/>
            <a:ext cx="10515600" cy="417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s-MX" i="1" dirty="0"/>
              <a:t>“Sistema de gestión de tickets WEB con PHP, MySQL y POWER BI  para la mejora del soporte técnico de la empresa Equilibrio </a:t>
            </a:r>
            <a:r>
              <a:rPr lang="es-MX" i="1" dirty="0" err="1"/>
              <a:t>Famacéutico</a:t>
            </a:r>
            <a:r>
              <a:rPr lang="es-MX" i="1" dirty="0"/>
              <a:t>”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5302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63751-9C29-EF3D-C8CB-338A9DF23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0B374A-B7E6-7A11-9695-45FAAC4B3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8525"/>
            <a:ext cx="10515600" cy="1325563"/>
          </a:xfrm>
        </p:spPr>
        <p:txBody>
          <a:bodyPr/>
          <a:lstStyle/>
          <a:p>
            <a:r>
              <a:rPr lang="es-MX" b="1" dirty="0"/>
              <a:t>Características principales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0D9BE9-8B8E-40ED-2767-3695F0B2D4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64197"/>
            <a:ext cx="971436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Registro de tickets (usuario, categoría, prioridad, adjuntos).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" altLang="es-MX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Asignación automática/manual a agentes; colas por área (Infra, Apps, Redes).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" altLang="es-MX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Estado y flujo (Abierto → En Progreso → En Espera → Resuelto → Cerrado).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" altLang="es-MX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SLA/OLA: cronómetro de cumplimiento, alertas por TEAMS/WhatsApp.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" altLang="es-MX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 de conocimiento y respuestas </a:t>
            </a:r>
            <a:r>
              <a:rPr kumimoji="0" lang="es-ES" altLang="es-MX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rápidas.Historial</a:t>
            </a:r>
            <a:r>
              <a:rPr kumimoji="0" lang="es-ES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por equipo/usuario; auditoría de cambios.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" altLang="es-MX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altLang="es-MX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Dashboards</a:t>
            </a:r>
            <a:r>
              <a:rPr kumimoji="0" lang="es-ES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</a:t>
            </a:r>
            <a:r>
              <a:rPr kumimoji="0" lang="es-ES" altLang="es-MX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</a:t>
            </a:r>
            <a:r>
              <a:rPr kumimoji="0" lang="es-ES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BI: volumen por categoría, cumplimiento de SLA, MTTR, backlog, % reabiertos.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992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BA1E7-71F5-B7C8-A370-4BC62045B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xágono 2">
            <a:extLst>
              <a:ext uri="{FF2B5EF4-FFF2-40B4-BE49-F238E27FC236}">
                <a16:creationId xmlns:a16="http://schemas.microsoft.com/office/drawing/2014/main" id="{A63B47AE-C295-CF1E-5494-E6F50B582223}"/>
              </a:ext>
            </a:extLst>
          </p:cNvPr>
          <p:cNvSpPr/>
          <p:nvPr/>
        </p:nvSpPr>
        <p:spPr>
          <a:xfrm>
            <a:off x="-368300" y="3429000"/>
            <a:ext cx="3009900" cy="2594742"/>
          </a:xfrm>
          <a:prstGeom prst="hexagon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Hexágono 1">
            <a:extLst>
              <a:ext uri="{FF2B5EF4-FFF2-40B4-BE49-F238E27FC236}">
                <a16:creationId xmlns:a16="http://schemas.microsoft.com/office/drawing/2014/main" id="{0CA03C66-A927-C621-5490-D733CAC6A6ED}"/>
              </a:ext>
            </a:extLst>
          </p:cNvPr>
          <p:cNvSpPr/>
          <p:nvPr/>
        </p:nvSpPr>
        <p:spPr>
          <a:xfrm>
            <a:off x="2108200" y="2131629"/>
            <a:ext cx="3009900" cy="2594742"/>
          </a:xfrm>
          <a:prstGeom prst="hexagon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Hexágono 5">
            <a:extLst>
              <a:ext uri="{FF2B5EF4-FFF2-40B4-BE49-F238E27FC236}">
                <a16:creationId xmlns:a16="http://schemas.microsoft.com/office/drawing/2014/main" id="{B2302955-70CA-2016-6C25-584ABEA62E7D}"/>
              </a:ext>
            </a:extLst>
          </p:cNvPr>
          <p:cNvSpPr/>
          <p:nvPr/>
        </p:nvSpPr>
        <p:spPr>
          <a:xfrm>
            <a:off x="4584700" y="3429000"/>
            <a:ext cx="3009900" cy="2594742"/>
          </a:xfrm>
          <a:prstGeom prst="hexagon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70FEB889-5A46-40AD-271E-9C4C7A23A497}"/>
              </a:ext>
            </a:extLst>
          </p:cNvPr>
          <p:cNvSpPr/>
          <p:nvPr/>
        </p:nvSpPr>
        <p:spPr>
          <a:xfrm>
            <a:off x="7061200" y="2131629"/>
            <a:ext cx="3009900" cy="2594742"/>
          </a:xfrm>
          <a:prstGeom prst="hexagon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A2D4F244-DEB0-9E29-118B-71820AE0BD6D}"/>
              </a:ext>
            </a:extLst>
          </p:cNvPr>
          <p:cNvSpPr/>
          <p:nvPr/>
        </p:nvSpPr>
        <p:spPr>
          <a:xfrm>
            <a:off x="9537700" y="3429000"/>
            <a:ext cx="3009900" cy="2594742"/>
          </a:xfrm>
          <a:prstGeom prst="hexagon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9069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AF7EB-ABD8-7ADE-6BB4-01316FA85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37191-0E96-095E-01DC-0E619243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1325563"/>
          </a:xfrm>
        </p:spPr>
        <p:txBody>
          <a:bodyPr>
            <a:normAutofit/>
          </a:bodyPr>
          <a:lstStyle/>
          <a:p>
            <a:r>
              <a:rPr lang="es-ES" sz="3200" b="1" dirty="0"/>
              <a:t>Aplicación Móvil para Solicitud de Permisos y Vacaciones</a:t>
            </a:r>
            <a:endParaRPr lang="es-MX" sz="3200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1AA277-6AD9-9425-27B9-3E18AF189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8735"/>
            <a:ext cx="10515600" cy="3758227"/>
          </a:xfrm>
        </p:spPr>
        <p:txBody>
          <a:bodyPr>
            <a:normAutofit/>
          </a:bodyPr>
          <a:lstStyle/>
          <a:p>
            <a:pPr algn="just"/>
            <a:r>
              <a:rPr lang="es-ES" sz="2400" dirty="0"/>
              <a:t>Este proyecto consiste en desarrollar una app móvil con </a:t>
            </a:r>
            <a:r>
              <a:rPr lang="es-ES" sz="2400" dirty="0" err="1"/>
              <a:t>React</a:t>
            </a:r>
            <a:r>
              <a:rPr lang="es-ES" sz="2400" dirty="0"/>
              <a:t> Native que permita a los empleados de Equilibrio Farmacéutico solicitar permisos y vacaciones de forma digital. </a:t>
            </a:r>
          </a:p>
          <a:p>
            <a:pPr algn="just"/>
            <a:endParaRPr lang="es-ES" sz="2400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420353E-40E7-7261-4409-8DF4EA33E390}"/>
              </a:ext>
            </a:extLst>
          </p:cNvPr>
          <p:cNvSpPr txBox="1">
            <a:spLocks/>
          </p:cNvSpPr>
          <p:nvPr/>
        </p:nvSpPr>
        <p:spPr>
          <a:xfrm>
            <a:off x="838200" y="1588961"/>
            <a:ext cx="10515600" cy="417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s-MX" i="1" dirty="0"/>
              <a:t>“Sistema de gestión de tickets WEB con PHP, MySQL y POWER BI  para la mejora del soporte técnico de la empresa Equilibrio </a:t>
            </a:r>
            <a:r>
              <a:rPr lang="es-MX" i="1" dirty="0" err="1"/>
              <a:t>Famacéutico</a:t>
            </a:r>
            <a:r>
              <a:rPr lang="es-MX" i="1" dirty="0"/>
              <a:t>”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7181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3AAC0-43C3-C465-6D48-FC10AA7B6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35C2A-64F2-4EE5-1963-7109892CB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8525"/>
            <a:ext cx="10515600" cy="1325563"/>
          </a:xfrm>
        </p:spPr>
        <p:txBody>
          <a:bodyPr/>
          <a:lstStyle/>
          <a:p>
            <a:r>
              <a:rPr lang="es-MX" b="1" dirty="0"/>
              <a:t>Características principales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7BF3E8-22DC-054A-D53A-8F2F9C2ED8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633640"/>
            <a:ext cx="971436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Calendario integrado para elegir fechas.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" altLang="es-MX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Flujo de aprobación jerárquico (jefes y RRHH).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" altLang="es-MX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Notificaciones </a:t>
            </a:r>
            <a:r>
              <a:rPr kumimoji="0" lang="es-ES" altLang="es-MX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kumimoji="0" lang="es-ES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sobre estatus de solicitud.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" altLang="es-MX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Registro histórico de solicitudes y saldos de días.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" altLang="es-MX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Reportes automáticos para control interno.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08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B601D-2B5A-7076-134B-73BF35145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xágono 2">
            <a:extLst>
              <a:ext uri="{FF2B5EF4-FFF2-40B4-BE49-F238E27FC236}">
                <a16:creationId xmlns:a16="http://schemas.microsoft.com/office/drawing/2014/main" id="{092A6D90-0956-B3D8-2577-5CBE15A8F2A4}"/>
              </a:ext>
            </a:extLst>
          </p:cNvPr>
          <p:cNvSpPr/>
          <p:nvPr/>
        </p:nvSpPr>
        <p:spPr>
          <a:xfrm>
            <a:off x="622300" y="2536715"/>
            <a:ext cx="4140200" cy="3569138"/>
          </a:xfrm>
          <a:prstGeom prst="hexagon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Hexágono 3">
            <a:extLst>
              <a:ext uri="{FF2B5EF4-FFF2-40B4-BE49-F238E27FC236}">
                <a16:creationId xmlns:a16="http://schemas.microsoft.com/office/drawing/2014/main" id="{8362272F-FCA7-C3A8-2BF6-F0B33BF8BAD4}"/>
              </a:ext>
            </a:extLst>
          </p:cNvPr>
          <p:cNvSpPr/>
          <p:nvPr/>
        </p:nvSpPr>
        <p:spPr>
          <a:xfrm>
            <a:off x="4025900" y="752146"/>
            <a:ext cx="4140200" cy="3569138"/>
          </a:xfrm>
          <a:prstGeom prst="hexagon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Hexágono 4">
            <a:extLst>
              <a:ext uri="{FF2B5EF4-FFF2-40B4-BE49-F238E27FC236}">
                <a16:creationId xmlns:a16="http://schemas.microsoft.com/office/drawing/2014/main" id="{DC0E9F24-4893-34A3-9FED-A3AC17DAFB93}"/>
              </a:ext>
            </a:extLst>
          </p:cNvPr>
          <p:cNvSpPr/>
          <p:nvPr/>
        </p:nvSpPr>
        <p:spPr>
          <a:xfrm>
            <a:off x="7429500" y="2536715"/>
            <a:ext cx="4140200" cy="3569138"/>
          </a:xfrm>
          <a:prstGeom prst="hexagon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2640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66753-16BF-0CA3-282E-861F9DDD4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C32944-1B62-DF23-FAEF-F8D832DE2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1325563"/>
          </a:xfrm>
        </p:spPr>
        <p:txBody>
          <a:bodyPr>
            <a:normAutofit/>
          </a:bodyPr>
          <a:lstStyle/>
          <a:p>
            <a:r>
              <a:rPr lang="es-MX" sz="2800" b="1" dirty="0"/>
              <a:t>Portal Cautivo EQF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D6665F-7395-A1CC-187C-7F0AD5226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8735"/>
            <a:ext cx="10515600" cy="3758227"/>
          </a:xfrm>
        </p:spPr>
        <p:txBody>
          <a:bodyPr>
            <a:normAutofit/>
          </a:bodyPr>
          <a:lstStyle/>
          <a:p>
            <a:pPr algn="just"/>
            <a:r>
              <a:rPr lang="es-ES" sz="2400" dirty="0"/>
              <a:t>Este proyecto propone implementar un </a:t>
            </a:r>
            <a:r>
              <a:rPr lang="es-ES" sz="2400" b="1" dirty="0"/>
              <a:t>Portal Cautivo</a:t>
            </a:r>
            <a:r>
              <a:rPr lang="es-ES" sz="2400" dirty="0"/>
              <a:t> para gestionar el acceso a la red </a:t>
            </a:r>
            <a:r>
              <a:rPr lang="es-ES" sz="2400" dirty="0" err="1"/>
              <a:t>Wi</a:t>
            </a:r>
            <a:r>
              <a:rPr lang="es-ES" sz="2400" dirty="0"/>
              <a:t>-Fi destinada a visitantes en Equilibrio Farmacéutico.</a:t>
            </a:r>
          </a:p>
          <a:p>
            <a:pPr algn="just"/>
            <a:r>
              <a:rPr lang="es-ES" sz="2400" dirty="0"/>
              <a:t>El objetivo es ofrecer un acceso controlado, seguro, con trazabilidad y evitando compartir la contraseña general de la red.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FD9DF37-280A-21A4-D825-CD559D2F9EB8}"/>
              </a:ext>
            </a:extLst>
          </p:cNvPr>
          <p:cNvSpPr txBox="1">
            <a:spLocks/>
          </p:cNvSpPr>
          <p:nvPr/>
        </p:nvSpPr>
        <p:spPr>
          <a:xfrm>
            <a:off x="838200" y="1693428"/>
            <a:ext cx="10515600" cy="417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s-MX" sz="1600" dirty="0"/>
              <a:t>“Módulo de Asistencia y Evidencias </a:t>
            </a:r>
            <a:r>
              <a:rPr lang="es-MX" sz="1600" dirty="0" err="1"/>
              <a:t>On</a:t>
            </a:r>
            <a:r>
              <a:rPr lang="es-MX" sz="1600" dirty="0"/>
              <a:t>-</a:t>
            </a:r>
            <a:r>
              <a:rPr lang="es-MX" sz="1600" dirty="0" err="1"/>
              <a:t>the</a:t>
            </a:r>
            <a:r>
              <a:rPr lang="es-MX" sz="1600" dirty="0"/>
              <a:t>-Job Integrado a Moodle mediante Códigos QR”</a:t>
            </a:r>
          </a:p>
        </p:txBody>
      </p:sp>
    </p:spTree>
    <p:extLst>
      <p:ext uri="{BB962C8B-B14F-4D97-AF65-F5344CB8AC3E}">
        <p14:creationId xmlns:p14="http://schemas.microsoft.com/office/powerpoint/2010/main" val="1002375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FBB3F160-EAD1-40F0-3BC5-A163CB3A27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96" y="464896"/>
            <a:ext cx="5928207" cy="5928207"/>
          </a:xfrm>
        </p:spPr>
      </p:pic>
    </p:spTree>
    <p:extLst>
      <p:ext uri="{BB962C8B-B14F-4D97-AF65-F5344CB8AC3E}">
        <p14:creationId xmlns:p14="http://schemas.microsoft.com/office/powerpoint/2010/main" val="31342017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372</Words>
  <Application>Microsoft Office PowerPoint</Application>
  <PresentationFormat>Panorámica</PresentationFormat>
  <Paragraphs>47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PROPUESTAS DE PROYECTOS</vt:lpstr>
      <vt:lpstr>PROYECTOS</vt:lpstr>
      <vt:lpstr>HELP DESK</vt:lpstr>
      <vt:lpstr>Características principales</vt:lpstr>
      <vt:lpstr>Presentación de PowerPoint</vt:lpstr>
      <vt:lpstr>Aplicación Móvil para Solicitud de Permisos y Vacaciones</vt:lpstr>
      <vt:lpstr>Características principales</vt:lpstr>
      <vt:lpstr>Presentación de PowerPoint</vt:lpstr>
      <vt:lpstr>Portal Cautivo EQF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Brandon Suarez</dc:creator>
  <cp:lastModifiedBy>Brandon Alberto Suarez Contreras</cp:lastModifiedBy>
  <cp:revision>3</cp:revision>
  <dcterms:created xsi:type="dcterms:W3CDTF">2025-01-07T15:20:24Z</dcterms:created>
  <dcterms:modified xsi:type="dcterms:W3CDTF">2025-12-26T17:11:50Z</dcterms:modified>
</cp:coreProperties>
</file>